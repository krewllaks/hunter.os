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HUNTER.OS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GROWTH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Hiç Uyumayan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Dijital Satış Avcınız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Autonomous Sales Hunter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Maas istemeyen, tatil yapmayan, her saniye kişiye özel satış yapan yapay zeka.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9731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BETA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Satış Ekibiniz Neden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Yeterli Değil?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65760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Araştırma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Saatlerce Google'da arama,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LinkedIn'de gezinme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2103120"/>
            <a:ext cx="365760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0312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Kişiselleştirme Yok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32120" y="2606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Herkese aynı şablon mesaj,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yanıt oranı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566160"/>
            <a:ext cx="365760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6616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Unutuluyor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069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kaçırılıyor,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fırsatlar ölüyor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566160"/>
            <a:ext cx="3657600" cy="1234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56616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94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Maliyet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32120" y="4069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 maaşı $3,000+/ay,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düşük verimlilik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HUNTER.OS ile Tanışın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otonom AI satış avcısı. Siz uyurken müşteri bulan, analiz eden, mesaj yazan sistem.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01168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9456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700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ile akıllı analiz ve kişiselleştirme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2194560"/>
            <a:ext cx="201168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219456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154680" y="2514600"/>
            <a:ext cx="777240" cy="7772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6700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7/24 Çalışır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5176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Tatil yok, mola yok. Her saniye avda.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2194560"/>
            <a:ext cx="201168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219456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2514600"/>
            <a:ext cx="777240" cy="7772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67004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Kişiye Özel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4632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yazdığı anlaşılmayan mesajlar üretir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49440" y="2194560"/>
            <a:ext cx="201168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219456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hape 20"/>
          <p:cNvSpPr/>
          <p:nvPr/>
        </p:nvSpPr>
        <p:spPr>
          <a:xfrm>
            <a:off x="7543800" y="2514600"/>
            <a:ext cx="777240" cy="7772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67004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Otonom Takip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4088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 gelene kadar akıllı follow-up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Ürününüzü Anlatın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yapmanız gereken ürününüzü birkaç cümleyle anlatmak. Gerisini AI halleder.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82880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194560"/>
            <a:ext cx="731520" cy="73152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Tanımı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Birkaç cümle yeterli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7744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743200" y="1920240"/>
            <a:ext cx="182880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2194560"/>
            <a:ext cx="731520" cy="73152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464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346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4937760" y="1920240"/>
            <a:ext cx="182880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0" y="2194560"/>
            <a:ext cx="731520" cy="73152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3317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İdeal müşteri çıkarımı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76656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7132320" y="1920240"/>
            <a:ext cx="1828800" cy="23774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680960" y="2194560"/>
            <a:ext cx="731520" cy="73152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3317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23760" y="3108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Stratejisi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22376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query'ler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Otonom Keşif Başlar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Google ve LinkedIn'i tarayarak ideal müşterilerinizi otomatik olarak bulur.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Google Dorking ile hedef sektör taraması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3172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LinkedIn profil keşfi ve veri çıkarımı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26080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Akıllı puanlama (0-100 intent score)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54864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Triple dedup: email + LinkedIn + domain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11480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Sonuçlar veritabanına kaydedilir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737360"/>
            <a:ext cx="2560320" cy="29718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/ gün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süresi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%94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4008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Doğruluk oranı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Dijital Ayak İzi Analizi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lead'in online varlığını derinlemesine analiz ederek 6 katmanlı profil oluşturur.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Paylaşımlar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&amp; blog içerikleri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Teknoloji Yığını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Kullandıkları araçlar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İşe Alım Sinyalleri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Büyüme &amp; ihtiyaç göstergeleri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Sosyal Etkileşim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İlgi alanları &amp; network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24612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2044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02336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Zamanlama Analizi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uygun temas zamanı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246120"/>
            <a:ext cx="256032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5800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Kişilik Profili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İletişim tarzı &amp; ortak noktalar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Kişiselleştirilmiş Mesajlar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206240" cy="3474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Konu: Büyüme stratejiniz hakkında bir fikrim var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84048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Merhaba Ahmet Bey,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LinkedIn'deki "B2B SaaS için Growth Hacking" yazınızı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okudum — özellikle PLG stratejisi konusundaki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yaklaşımınız çok dikkat çekiciydi.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 gibi pazarlama ajanslarının en büyük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sorununun lead generation olduğunu biliyorum.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HUNTER.OS tam da bu problemi çözüyor...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dakikalık bir demo için müsait misiniz?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Saygılarımla,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Kişiye özel konu satırı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228600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paylaşımına referans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Sektöre özel ağrı noktası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3383280"/>
            <a:ext cx="329184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3383280"/>
            <a:ext cx="4572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Outreach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+ tracking pixel ile açılma takibi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886200"/>
            <a:ext cx="329184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3886200"/>
            <a:ext cx="4572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DM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Bağlantı isteği + kişiselleştirilmiş mesaj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4389120"/>
            <a:ext cx="329184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4389120"/>
            <a:ext cx="4572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varyant testi, kazanan belirleme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Akıllı Takip &amp; Otomatik Durma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cevap verdiğinde otomasyon anında durur. Yapay zeka duygu analizi yapar.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54864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İlgili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"Evet, demo görmek isterim"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Toplantı planla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3317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3317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İlgisiz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"Şu an ihtiyacımız yok"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90 gün sonra tekrar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9260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9260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2926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Toplantı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"Salı 14:00 uyar"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Takvime ekle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52044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520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"Fiyatlar nasıl?"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Otomatik cevap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4114800"/>
            <a:ext cx="54864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114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İtiraz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6032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"Bütçemiz sınırlı"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Objection handling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Cevap algılandığında otomasyon anında durur — spam riski sıfır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PANELİ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Gerçek Zamanlı Hassas Panel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6596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Hedef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96596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 Kampanya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196596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Doğruluk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554480"/>
            <a:ext cx="196596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Maliyeti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02920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DÖNÜŞÜM HUNİSİ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100584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08960"/>
            <a:ext cx="100584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Araştırma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3108960"/>
            <a:ext cx="100584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01752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06240" y="3108960"/>
            <a:ext cx="100584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20624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Cevap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2743200"/>
            <a:ext cx="3017520" cy="2103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BÜYÜME ANALİTİĞİ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3771900"/>
            <a:ext cx="164592" cy="8001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08776" y="3543300"/>
            <a:ext cx="164592" cy="10287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28232" y="3657600"/>
            <a:ext cx="164592" cy="9144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47688" y="3429000"/>
            <a:ext cx="164592" cy="11430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67144" y="3611880"/>
            <a:ext cx="164592" cy="96012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86600" y="3314700"/>
            <a:ext cx="164592" cy="125730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06056" y="3474720"/>
            <a:ext cx="164592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Shape 37"/>
          <p:cNvSpPr/>
          <p:nvPr/>
        </p:nvSpPr>
        <p:spPr>
          <a:xfrm>
            <a:off x="7525512" y="3200400"/>
            <a:ext cx="164592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7744968" y="3383280"/>
            <a:ext cx="164592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Shape 39"/>
          <p:cNvSpPr/>
          <p:nvPr/>
        </p:nvSpPr>
        <p:spPr>
          <a:xfrm>
            <a:off x="7964424" y="3086100"/>
            <a:ext cx="164592" cy="14859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Shape 40"/>
          <p:cNvSpPr/>
          <p:nvPr/>
        </p:nvSpPr>
        <p:spPr>
          <a:xfrm>
            <a:off x="8183880" y="3246120"/>
            <a:ext cx="164592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Shape 41"/>
          <p:cNvSpPr/>
          <p:nvPr/>
        </p:nvSpPr>
        <p:spPr>
          <a:xfrm>
            <a:off x="8403336" y="2971800"/>
            <a:ext cx="164592" cy="1600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114800"/>
            <a:ext cx="50292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Sıcak Lead'ler &amp; Duygu Analizi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Orcun Uzun  •  Researched  •  INTERESTED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FİYATLANDIRMA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 Bütçeye Uygun Planlar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657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Ücretsiz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gün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21031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lead keşfi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kişiselleştirilmiş mesaj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Temel analitik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kanalı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1234440"/>
            <a:ext cx="13716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POPÜLER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651760"/>
            <a:ext cx="21031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7889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Sınırsız lead keşfi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Sınırsız mesaj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+ LinkedIn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A/B Testing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Gelişmiş analitik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Öncelikli destek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51760" cy="3657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651760"/>
            <a:ext cx="2103120" cy="0"/>
          </a:xfrm>
          <a:prstGeom prst="line">
            <a:avLst/>
          </a:prstGeom>
          <a:noFill/>
          <a:ln w="635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7889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Her şey Pro'da olan +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Çoklu ürün desteği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Takım yönetimi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erişimi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Özel entegrasyonlar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müşteri temsilcisi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YATIRIM GETİRİSİ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Rakamlar Kendisi İçin Konuşuyor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Geleneksel SDR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Maliyet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Saati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saat/gün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Lead/Gün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Kişiselleştirme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/ Şablon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Başarısı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%40-60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5448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HUNTER.OS Pro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Maliyet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Saati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Lead/Gün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Kişiselleştirme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6 Katman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Takip Başarısı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%95+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%98 maliyet tasarrufu  •  60x daha fazla lead  •  Sıfır tatil/izin/mola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HUNTER.OS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Hemen Başlayın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377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Ücretsiz deneyin. Kredi kartı gerekmez.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gün boyunca tüm özelliklere erişin.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3200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Ücretsiz Dene 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hunter.os  •  info@hunter.os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"Hiç uyumayan, maaş istemeyen ve her saniye kişiye özel satış yapan dijital avci."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HUNTER.OS — AI-Powered Autonomous Sales Hunter</dc:title>
  <dc:subject>PptxGenJS Presentation</dc:subject>
  <dc:creator>HUNTER.OS</dc:creator>
  <cp:lastModifiedBy>HUNTER.OS</cp:lastModifiedBy>
  <cp:revision>1</cp:revision>
  <dcterms:created xsi:type="dcterms:W3CDTF">2026-03-20T11:29:38Z</dcterms:created>
  <dcterms:modified xsi:type="dcterms:W3CDTF">2026-03-20T11:29:38Z</dcterms:modified>
</cp:coreProperties>
</file>